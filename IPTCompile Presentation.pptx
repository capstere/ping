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Din extra kollega vid rapportsammanställning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2286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Jesper Fredriksson  —  PQC Analyst  — 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Skift-presentation  ·  IPT Rapport-generator v95.8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tar tid idag?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Hitta rätt filer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Söka i mappar efter CSV, Seal Test NEG/POS, Worksheet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411480" cy="41148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325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utrustning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Manuellt slå upp och verifiera utrustningslista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11480" cy="41148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Kontrollmaterial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Identifiera rätt kontrollprovs-flik, kopiera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411480" cy="41148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423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Granska header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Säkerställ matchande LSP-nummer i alla flikar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SharePoint-info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Hämta batchinformation och föra in i rapport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411480" cy="41148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 namn och datum i rätt celler, rätt flikar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solidFill>
            <a:srgbClr val="0F1923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steg innebär manuellt arbete, öppna/stänga filer, och risk för misstag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gör IPTCompile?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Verktyget samlar, kontrollerar och sammanställer — du bedömer och godkänner.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Hittar filer automatiskt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Anger LSP-nummer — verktyget hittar CSV, Seal Test och Worksheet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84832"/>
            <a:ext cx="7680960" cy="45720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0848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Kopierar utrustningslista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Hämtar och verifierar utrustning direkt från Worksheet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15184"/>
            <a:ext cx="7680960" cy="45720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1518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Identifierar kontrollmaterial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Väljer rätt kontrollprovs-flik baserat på assay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145536"/>
            <a:ext cx="7680960" cy="45720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1455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Kontrollerar header-matchning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Säkerställer att LSP-nummer stämmer i alla flikar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675888"/>
            <a:ext cx="7680960" cy="45720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6758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Hämtar SharePoint-data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Batchnummer, artikelinformation direkt till rapporten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🖊️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GDP-signering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Skriver signatur + datum med verifierad read-back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gör den inte?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är ett stödverktyg — inte en ersättning för er kompetens.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GÖR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Samlar ihop rätt filer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Kopierar data till rätt ställen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712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Flaggar avvikelser i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552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Hjälper er arbeta snabbare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39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Signerar med GDP-verifiering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657600" cy="41148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GÖR INTE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Bedömer om resultat är OK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87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Ersätter oberoende granskning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8712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Fattar beslut åt 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2552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Ändrar originaldata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639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Skickar eller godkänner rapporter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solidFill>
            <a:srgbClr val="0F1923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är fortfarande de som sammanställer och granskar — verktyget minskar klicken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här fungerar det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237744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60020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 LSP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LSP-nummer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 klicka Sök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F7"/>
                </a:solidFill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828800" cy="237744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60020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889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Verifiera filer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88920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Kontrollera att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rätt filer hittades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F7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1828800" cy="237744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60020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Välj signering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Kryssa i vilka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signaturer du vill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F7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95160" y="1371600"/>
            <a:ext cx="1828800" cy="237744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35240" y="160020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866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Skapa rapport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0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Klicka Skapa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rapporten genereras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Rapporten öppnas automatiskt — granska, justera om nödvändigt, skicka vidare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Levande demonstration av verktyget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2926080"/>
            <a:ext cx="4572000" cy="32004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5" name="Text 3"/>
          <p:cNvSpPr/>
          <p:nvPr/>
        </p:nvSpPr>
        <p:spPr>
          <a:xfrm>
            <a:off x="246888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Starta verktyget och ange LSP-nummer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3310128"/>
            <a:ext cx="4572000" cy="32004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3310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Visa filsökningen och val av filer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3694176"/>
            <a:ext cx="4572000" cy="32004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36941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Visa signeringsbekräftelsen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4078224"/>
            <a:ext cx="4572000" cy="32004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40782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Generera rapport och visa resultatet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Säkerhet och GDP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252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 tysta fel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signeringsfel stoppar rapporten — inget passerar obemärkt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38528"/>
            <a:ext cx="411480" cy="41148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110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→ Spara → Läs tillbaka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signatur verifieras genom att läsa tillbaka det skrivna värdet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96896"/>
            <a:ext cx="411480" cy="41148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5694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Blockering vid misslyckande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Verifieringsfel stoppar nästa steg — ingen halvfärdig rapport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55264"/>
            <a:ext cx="411480" cy="41148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2278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Forensisk spårning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 fel sparas en kopia + detaljerad logg för audit trail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913632"/>
            <a:ext cx="411480" cy="41148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Fillåshantering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Öppna filer detekteras — du får möjlighet att stänga och försöka igen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solidFill>
            <a:srgbClr val="0F1923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Atomic, verifiable and traceable — signeringen är GDP-säker i praktiken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Tidsbesparing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468880" cy="20116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rapport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istället för ~20 min manuellt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468880" cy="20116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40x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hastighetsökning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468880" cy="20116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felfria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rapporter utan manuella fel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Tidsbesparingen varierar beroende på assay och antal tester.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Siffrorna ovan baseras på faktiska mätningar från audit-loggen.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Lätt att göra rätt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88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Tydliga bekräftelsedialoger</a:t>
            </a:r>
            <a:pPr indent="0" marL="0">
              <a:buNone/>
            </a:pPr>
            <a:r>
              <a:rPr lang="en-US" sz="115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Du ser exakt vad som ska signeras innan du godkänner — inga överraskningar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Felaktig data flaggas</a:t>
            </a:r>
            <a:pPr indent="0" marL="0">
              <a:buNone/>
            </a:pPr>
            <a:r>
              <a:rPr lang="en-US" sz="115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Avvikelser i QC-data markeras tydligt i loggen — du missar ingenting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knapp, rätt filer</a:t>
            </a:r>
            <a:pPr indent="0" marL="0">
              <a:buNone/>
            </a:pPr>
            <a:r>
              <a:rPr lang="en-US" sz="115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Ange LSP-nummer, verktyget hittar alla relevanta filer automatiskt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1089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Inget förstörs</a:t>
            </a:r>
            <a:pPr indent="0" marL="0">
              <a:buNone/>
            </a:pPr>
            <a:r>
              <a:rPr lang="en-US" sz="115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Originalfiler ändras bara vid signering — och det verifieras alltid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749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Inbyggd dashboard</a:t>
            </a:r>
            <a:pPr indent="0" marL="0">
              <a:buNone/>
            </a:pPr>
            <a:r>
              <a:rPr lang="en-US" sz="115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Följ upp rapporter, tidsbesparingar och signeringsgrad över tid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Frågor?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Tack för att ni lyssnade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Jesper Fredriksson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Analyst — IPT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och förslag är alltid välkomna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IPTCompile — Skift-presentation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IPTCompile — Din extra kollega vid rapportsammanställning</dc:title>
  <dc:subject>PptxGenJS Presentation</dc:subject>
  <dc:creator>Jesper Fredriksson</dc:creator>
  <cp:lastModifiedBy>Jesper Fredriksson</cp:lastModifiedBy>
  <cp:revision>1</cp:revision>
  <dcterms:created xsi:type="dcterms:W3CDTF">2026-03-01T16:47:02Z</dcterms:created>
  <dcterms:modified xsi:type="dcterms:W3CDTF">2026-03-01T16:47:02Z</dcterms:modified>
</cp:coreProperties>
</file>