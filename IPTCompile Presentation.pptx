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280160"/>
            <a:ext cx="82296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801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737360" y="10972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IPTCompile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737360" y="1691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Automatiserad PQC-sammanställning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377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Från 15–30 minuter till 20 sekunder per lot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737360" y="3017520"/>
            <a:ext cx="3657600" cy="0"/>
          </a:xfrm>
          <a:prstGeom prst="line">
            <a:avLst/>
          </a:prstGeom>
          <a:noFill/>
          <a:ln w="12700">
            <a:solidFill>
              <a:srgbClr val="1A3A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3736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Introduktion &amp; Snabbguide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 ·  Användning  ·  Output-rapport  ·  FAQ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4389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Cepheid Sweden · QC · IPT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5528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Varför IPTCompile?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Problemet med manuell sammanställning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32918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3931920" cy="36576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INNAN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15–30 min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lot, manuellt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Kopiera data manuellt mellan filer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Leta fram rätt CSV, Seal Test Neg &amp; Pos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Klistra in i PQC-mall, formatera, kontrollera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för felkopieringar och missade värden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371600"/>
            <a:ext cx="3931920" cy="32918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371600"/>
            <a:ext cx="3931920" cy="3657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1874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~20 sek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02920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automatiskt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83464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Skriv LSP-nummer och klicka Sök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Filer hittas och markeras automatiskt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Klicka Skapa rapport — klart!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Inbyggd validering och regelmotor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95528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Tidsbesparning i siffror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201168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260604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97%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Snabbare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rapport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188720"/>
            <a:ext cx="2606040" cy="201168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37560" y="1188720"/>
            <a:ext cx="2606040" cy="3657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120+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352044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Timmar sparade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år (team)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2606040" cy="201168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1188720"/>
            <a:ext cx="2606040" cy="3657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40080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kopieringsfel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474720"/>
            <a:ext cx="8229600" cy="118872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Beräkning: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886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min besparning/lot  ×  6 lot/dag  ×  250 arbetsdagar  =  ~500 timmar/år för hela teamet.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4206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Konservativ uppskattning baserad på 15 min medeltid före automation.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5528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Installation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 detta EN gång — sedan uppdateras verktyget automatiskt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280160" y="1371600"/>
            <a:ext cx="7406640" cy="10058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50876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Öppna nätverksmappen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175564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Gå till installationsmappen: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\\SE.CEPHEID.PRI\...\zz_IPTCompile\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IPTCompile_Install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1691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Exakt sökväg delas ut vid mötet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80160" y="2560320"/>
            <a:ext cx="7406640" cy="10058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508760" y="2651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Dubbelklicka IPTCompile_Install.bat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08760" y="29443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Ett svart fönster (CMD) öppnas, kopierar filer och stängs automatiskt.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 admin-behörighet krävs.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0" y="2880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ca 10–30 sekunder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1280160" y="3749040"/>
            <a:ext cx="7406640" cy="10058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508760" y="3840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Klart! Genväg på skrivbordet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08760" y="413308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ny ikon 'IPTCompile (Local)' dyker upp på ditt skrivbord.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Dubbelklicka den för att starta.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0" y="4069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Automatisk uppdatering vid varje start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4572000"/>
            <a:ext cx="8229600" cy="36576"/>
          </a:xfrm>
          <a:prstGeom prst="rect">
            <a:avLst/>
          </a:prstGeom>
          <a:solidFill>
            <a:srgbClr val="FFB347">
              <a:alpha val="5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663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Tips: Om CMD-fönstret visar ERROR — stäng och försök igen. Kontakta Jesper om det inte fungerar.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95528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Steg 1: Starta &amp; Sök filer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029200" cy="365760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234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Så här gör du: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Dubbelklicka "IPTCompile (Local)" på skrivbordet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0574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Programmet startar — splash-skärm visas kort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2468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Skriv LSP-nummer i fältet (t.ex. 38401)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880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Klicka "Sök filer" eller tryck Enter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29184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97280" y="3291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Verktyget söker automatiskt i IPT-mapparna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7033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3703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Seal Test Neg/Pos &amp; Worksheet fylls 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4297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Hittar inte filen? Klicka "Bläddra..." för att välja manuellt.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760720" y="1097280"/>
            <a:ext cx="2926080" cy="7772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LSP: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46520" y="118872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Skriv bara siffrorna — 38401, #38401 eller LSP 38401 fungerar alla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760720" y="2011680"/>
            <a:ext cx="2926080" cy="7772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0" y="21031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46520" y="210312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Exporterad data från MES/IPT-appen. Inte alltid nödvändig — rapporten funkar utan.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760720" y="2926080"/>
            <a:ext cx="2926080" cy="7772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0" y="3017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Seal: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46520" y="301752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 Test Neg &amp; Pos (Excel) — MÅSTE finnas för att skapa rapport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60720" y="3840480"/>
            <a:ext cx="2926080" cy="7772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943600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46520" y="393192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LSP Worksheet (Excel) — valfritt men rekommenderat för komplett rapport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95528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Steg 2: Skapa rapport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1965960" cy="23774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188720"/>
            <a:ext cx="196596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173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Kontrollera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691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att rätt filer är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bockade i listorna.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Loggen visar status.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331720" y="19202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560320" y="1188720"/>
            <a:ext cx="1965960" cy="23774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0" y="1188720"/>
            <a:ext cx="1965960" cy="3657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14173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Klicka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697480" y="1828800"/>
            <a:ext cx="1691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"Skapa rapport"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blir klickbar när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 Test Neg &amp; Pos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är valda.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26280" y="19202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1965960" cy="23774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188720"/>
            <a:ext cx="1965960" cy="3657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4173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Vänta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92040" y="1828800"/>
            <a:ext cx="1691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Progressbar visar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förloppet.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~10–20 sekunder.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20840" y="19202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949440" y="1188720"/>
            <a:ext cx="1965960" cy="23774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49440" y="1188720"/>
            <a:ext cx="1965960" cy="3657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0" name="Text 18"/>
          <p:cNvSpPr/>
          <p:nvPr/>
        </p:nvSpPr>
        <p:spPr>
          <a:xfrm>
            <a:off x="7086600" y="14173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Klart!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86600" y="1828800"/>
            <a:ext cx="1691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Rapporten öppnas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automatiskt i Excel.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Spara var du vill.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40480"/>
            <a:ext cx="8229600" cy="10058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Valfritt: Seal Test-signatur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" y="42519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menyn Verktyg → "Aktivera Seal Test-signatur" kan du skriva in ditt namn och datum.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Verktyget skriver din signatur direkt i Seal Test Neg &amp; Pos-filerna. Stäng filerna i Excel först!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5528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Läsa output-rapporten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Rapporten bygger på output_template-v4.xlsx — bekant format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15087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80160"/>
            <a:ext cx="402336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Sammanställda resultat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från CSV och Seal Test-filer är automatiskt insatt i rätt celler. Samma layout som den manuella PQC-rapporten.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4023360" cy="15087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280160"/>
            <a:ext cx="4023360" cy="3657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Regelmotor-validering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830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Inbyggda regler kontrollerar att värden är inom spec. Avvikelser flaggas direkt i rapporten med färgkodning.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023360" cy="15087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17520"/>
            <a:ext cx="4023360" cy="3657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SharePoint-länk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5204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Batch-nummer extraheras automatiskt. Statusraden i verktyget visar en klickbar länk till rätt SharePoint-sida.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3017520"/>
            <a:ext cx="4023360" cy="15087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3017520"/>
            <a:ext cx="4023360" cy="36576"/>
          </a:xfrm>
          <a:prstGeom prst="rect">
            <a:avLst/>
          </a:prstGeom>
          <a:solidFill>
            <a:srgbClr val="0090AD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Summary (om CSV inkluderas)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35204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 flik med sammanfattning av CSV-data. Färgkodade rader visar pass/fail och eventuella avvikelser.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95528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Meny &amp; Extrafunktioner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88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Arkiv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103120" y="11887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Nytt (rensa), Öppna senaste rapport, Avsluta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847088"/>
            <a:ext cx="8229600" cy="64008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9385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Verktyg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19385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Kontrollprovsfil, Ändra datum, AutoMappscript Control &amp; Dashboard, Seal Test-signatur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96896"/>
            <a:ext cx="8229600" cy="64008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6883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Genvägar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688336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Direktlänkar till IPT-mappar, Utrustningslista, IPT App, MES, CSV Uploader, BMRAM, Agile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46704"/>
            <a:ext cx="8229600" cy="64008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343814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Inställningar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03120" y="3438144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Växla mellan ljust och mörkt tema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096512"/>
            <a:ext cx="8229600" cy="64008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41879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Instruktioner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4187952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Inbyggd hjälp, FAQ, steg-för-steg-guide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" y="48920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Tangentbordsgenväg: Escape = stäng programmet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95528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Vanliga frågor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8229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78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Behöver jag admin-rättigheter?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Nej. Allt körs utan admin.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4023360" cy="8229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078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jag förstöra originaldata?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3776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Nej. Verktyget läser filerna och skapar en ny rapport.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4023360" cy="8229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39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Filen är öppen i Excel — vad händer?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Verktyget varnar dig. Stäng filen och försök igen.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1965960"/>
            <a:ext cx="4023360" cy="8229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2039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Sökningen hittar inte min LSP?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Kontrollera att LSP-mappen finns i rätt IPT-mapp. Använd Bläddra.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023360" cy="8229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Rapporten ser fel ut?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 loggen i verktyget — den visar varningar. Kontakta Jesper.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54880" y="2926080"/>
            <a:ext cx="4023360" cy="8229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Måste jag installera om efter uppdatering?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3291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Nej! Verktyget uppdaterar sig själv varje gång du startar.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4023360" cy="8229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3959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Fungerar det på alla datorer?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51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 — PowerShell 5.1 finns på alla QC-datorer.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54880" y="3886200"/>
            <a:ext cx="4023360" cy="8229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937760" y="3959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saknas — kan jag köra ändå?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37760" y="4251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Ja. CSV är valfritt. Rapporten skapas utan CSV-data.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95528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Kom igång idag!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2606040" cy="12801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2011680"/>
            <a:ext cx="260604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224028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2240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2240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Installera (1 minut)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IPTCompile_Install.bat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2011680"/>
            <a:ext cx="2606040" cy="12801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2011680"/>
            <a:ext cx="260604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224028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2240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977640" y="2240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med valfri LSP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7764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Skriv LSP-nummer, klicka Sök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2011680"/>
            <a:ext cx="2606040" cy="128016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2011680"/>
            <a:ext cx="260604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8" name="Shape 16"/>
          <p:cNvSpPr/>
          <p:nvPr/>
        </p:nvSpPr>
        <p:spPr>
          <a:xfrm>
            <a:off x="6355080" y="224028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2240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0" y="2240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Fråga om det krånglar!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Jesper hjälper gärna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1C2D3D"/>
          </a:solidFill>
          <a:ln w="635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3794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 &amp; Support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40690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Jesper — QC Analyst, IPT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Frågor? Kom förbi, skriv på Teams, eller använd menyn Instruktioner → Hjälp i verktyget.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95528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IPTCompile – Introduktion &amp; Snabbguide</dc:title>
  <dc:subject>PptxGenJS Presentation</dc:subject>
  <dc:creator>Jesper</dc:creator>
  <cp:lastModifiedBy>Jesper</cp:lastModifiedBy>
  <cp:revision>1</cp:revision>
  <dcterms:created xsi:type="dcterms:W3CDTF">2026-02-12T20:26:09Z</dcterms:created>
  <dcterms:modified xsi:type="dcterms:W3CDTF">2026-02-12T20:26:09Z</dcterms:modified>
</cp:coreProperties>
</file>