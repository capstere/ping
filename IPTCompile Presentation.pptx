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IPTCompile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6E4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Automatiserad IPT-rapportgenerering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2286000" cy="36576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Från manuell sammanställning till kvalitetssäkrad rapport med ett klick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1463040" cy="320040"/>
          </a:xfrm>
          <a:prstGeom prst="rect">
            <a:avLst/>
          </a:prstGeom>
          <a:solidFill>
            <a:srgbClr val="2C3E6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206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PQC · QC-1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Utmaningen: Manuell sammanställning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54864" cy="77724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35331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261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Tidskrävande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15727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Varje rapport tar 30–60 minuter att sammanställa manuellt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21031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103120"/>
            <a:ext cx="54864" cy="77724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67712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21762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Felkälla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00200" y="24871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 kopiering mellan filer leder till missar och felaktiga värden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0175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017520"/>
            <a:ext cx="54864" cy="77724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182112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0906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Personberoende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34015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Resultatet varierar beroende på vem som sammanställer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31520" y="39319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931920"/>
            <a:ext cx="54864" cy="77724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096512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00200" y="4005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Findings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600200" y="43159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Återkommande findings: t.ex. felaktig eller saknad Sample Reagent Use i MES Checklist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Lösningen: IPTCompile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Ett verktyg som sammanställer IPT-rapporter automatiskt – samma kontroller, varje gång.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468880" cy="132588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920240"/>
            <a:ext cx="548640" cy="54864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LSP-sökning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645920" y="22128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Anger LSP → filer hittas automatiskt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74720" y="1737360"/>
            <a:ext cx="2468880" cy="132588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03320" y="1920240"/>
            <a:ext cx="548640" cy="54864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891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Test + CSV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389120" y="22128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Läser NEG, POS och CSV-resultat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1737360"/>
            <a:ext cx="2468880" cy="132588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46520" y="1920240"/>
            <a:ext cx="548640" cy="54864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0116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1323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7132320" y="22128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Hämtar batchdata direkt från ROBAL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31520" y="3291840"/>
            <a:ext cx="2468880" cy="132588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0120" y="3474720"/>
            <a:ext cx="548640" cy="54864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56616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Regelmotor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645920" y="37673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Kontrollerar avvikelser med fördefinierade regler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474720" y="3291840"/>
            <a:ext cx="2468880" cy="132588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703320" y="3474720"/>
            <a:ext cx="548640" cy="54864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356616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3891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Kvalitetskontroll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4389120" y="37673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Flaggar saknad Sample Reagent, dubbletter m.m.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217920" y="3291840"/>
            <a:ext cx="2468880" cy="132588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446520" y="3474720"/>
            <a:ext cx="548640" cy="54864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566160"/>
            <a:ext cx="365760" cy="36576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1323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Färdig rapport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7132320" y="37673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Excel-rapport med alla blad, färgkodad och klar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Rapportflöde: Från input till färdig rapport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731520" cy="7315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4630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65760" y="2514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 LSP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Välj filer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331720" y="1280160"/>
            <a:ext cx="731520" cy="7315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4630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0312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Läsning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103120" y="2514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NEG/POS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CSV-resultat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069080" y="1280160"/>
            <a:ext cx="731520" cy="7315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4630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4048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840480" y="2514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Batch-data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hämtas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806440" y="1280160"/>
            <a:ext cx="731520" cy="7315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5"/>
          <p:cNvSpPr/>
          <p:nvPr/>
        </p:nvSpPr>
        <p:spPr>
          <a:xfrm>
            <a:off x="58064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Regelmotor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577840" y="2514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Avvikelser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kontrolleras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543800" y="1280160"/>
            <a:ext cx="731520" cy="7315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19"/>
          <p:cNvSpPr/>
          <p:nvPr/>
        </p:nvSpPr>
        <p:spPr>
          <a:xfrm>
            <a:off x="754380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6" name="Text 20"/>
          <p:cNvSpPr/>
          <p:nvPr/>
        </p:nvSpPr>
        <p:spPr>
          <a:xfrm>
            <a:off x="731520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315200" y="2514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genereras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 alla blad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57200" y="3017520"/>
            <a:ext cx="8229600" cy="36576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9" name="Text 23"/>
          <p:cNvSpPr/>
          <p:nvPr/>
        </p:nvSpPr>
        <p:spPr>
          <a:xfrm>
            <a:off x="73152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Rapporten innehåller:</a:t>
            </a:r>
            <a:endParaRPr lang="en-US" sz="14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721608"/>
            <a:ext cx="201168" cy="20116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5156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+ SharePoint-data</a:t>
            </a:r>
            <a:endParaRPr lang="en-US" sz="120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721608"/>
            <a:ext cx="201168" cy="20116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16636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Test Info (NEG &amp; POS)</a:t>
            </a:r>
            <a:endParaRPr lang="en-US" sz="1200" dirty="0"/>
          </a:p>
        </p:txBody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087368"/>
            <a:ext cx="201168" cy="20116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1051560" y="4069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STF Sum (viktanalys)</a:t>
            </a:r>
            <a:endParaRPr lang="en-US" sz="1200" dirty="0"/>
          </a:p>
        </p:txBody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4087368"/>
            <a:ext cx="201168" cy="201168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5166360" y="4069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Utrustningslista</a:t>
            </a:r>
            <a:endParaRPr lang="en-US" sz="12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4453128"/>
            <a:ext cx="201168" cy="201168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1051560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Kontrollmaterial</a:t>
            </a:r>
            <a:endParaRPr lang="en-US" sz="1200" dirty="0"/>
          </a:p>
        </p:txBody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6320" y="4453128"/>
            <a:ext cx="201168" cy="201168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5166360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Sammanfattning (avvikelser)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Nyhet: Automatisk Sample Reagent-kontroll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Systemet jämför automatiskt Sample Reagent P/N mot en konfigurerad lista. Om P/N kräver Checklist-ifyllnad i MES Camstar flaggas det direkt i rapporten.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3657600" cy="219456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28800"/>
            <a:ext cx="3657600" cy="41148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019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finns i SharePoint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914400" y="2423160"/>
            <a:ext cx="1508760" cy="41148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4231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Reagent P/N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423160" y="2423160"/>
            <a:ext cx="1783080" cy="411480"/>
          </a:xfrm>
          <a:prstGeom prst="rect">
            <a:avLst/>
          </a:prstGeom>
          <a:solidFill>
            <a:srgbClr val="FFF9C4"/>
          </a:solidFill>
          <a:ln/>
        </p:spPr>
      </p:sp>
      <p:sp>
        <p:nvSpPr>
          <p:cNvPr id="12" name="Text 9"/>
          <p:cNvSpPr/>
          <p:nvPr/>
        </p:nvSpPr>
        <p:spPr>
          <a:xfrm>
            <a:off x="242316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700-5194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14400" y="2926080"/>
            <a:ext cx="1508760" cy="41148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926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Reagent use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423160" y="2926080"/>
            <a:ext cx="1783080" cy="411480"/>
          </a:xfrm>
          <a:prstGeom prst="rect">
            <a:avLst/>
          </a:prstGeom>
          <a:solidFill>
            <a:srgbClr val="C8E6C9"/>
          </a:solidFill>
          <a:ln/>
        </p:spPr>
      </p:sp>
      <p:sp>
        <p:nvSpPr>
          <p:cNvPr id="16" name="Text 13"/>
          <p:cNvSpPr/>
          <p:nvPr/>
        </p:nvSpPr>
        <p:spPr>
          <a:xfrm>
            <a:off x="2423160" y="29260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PAL-LOT-2024-A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Grön = värde finns, gul = P/N kräver Checklist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754880" y="1828800"/>
            <a:ext cx="3657600" cy="2194560"/>
          </a:xfrm>
          <a:prstGeom prst="rect">
            <a:avLst/>
          </a:prstGeom>
          <a:solidFill>
            <a:srgbClr val="EBF0F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754880" y="1828800"/>
            <a:ext cx="3657600" cy="41148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901952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12080" y="1828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SAKNAS i SharePoint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4937760" y="2423160"/>
            <a:ext cx="1508760" cy="41148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3" name="Text 19"/>
          <p:cNvSpPr/>
          <p:nvPr/>
        </p:nvSpPr>
        <p:spPr>
          <a:xfrm>
            <a:off x="4937760" y="24231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Reagent P/N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446520" y="2423160"/>
            <a:ext cx="1783080" cy="411480"/>
          </a:xfrm>
          <a:prstGeom prst="rect">
            <a:avLst/>
          </a:prstGeom>
          <a:solidFill>
            <a:srgbClr val="FFF9C4"/>
          </a:solidFill>
          <a:ln/>
        </p:spPr>
      </p:sp>
      <p:sp>
        <p:nvSpPr>
          <p:cNvPr id="25" name="Text 21"/>
          <p:cNvSpPr/>
          <p:nvPr/>
        </p:nvSpPr>
        <p:spPr>
          <a:xfrm>
            <a:off x="644652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700-5194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937760" y="2926080"/>
            <a:ext cx="1508760" cy="41148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7" name="Text 23"/>
          <p:cNvSpPr/>
          <p:nvPr/>
        </p:nvSpPr>
        <p:spPr>
          <a:xfrm>
            <a:off x="4937760" y="2926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Reagent use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446520" y="2926080"/>
            <a:ext cx="1783080" cy="411480"/>
          </a:xfrm>
          <a:prstGeom prst="rect">
            <a:avLst/>
          </a:prstGeom>
          <a:solidFill>
            <a:srgbClr val="FFE0B2"/>
          </a:solidFill>
          <a:ln/>
        </p:spPr>
      </p:sp>
      <p:sp>
        <p:nvSpPr>
          <p:cNvPr id="29" name="Text 25"/>
          <p:cNvSpPr/>
          <p:nvPr/>
        </p:nvSpPr>
        <p:spPr>
          <a:xfrm>
            <a:off x="6446520" y="29260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SAKNAS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9377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= saknas, varning visas även i loggfönstret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31520" y="4206240"/>
            <a:ext cx="7680960" cy="5029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2" name="Text 28"/>
          <p:cNvSpPr/>
          <p:nvPr/>
        </p:nvSpPr>
        <p:spPr>
          <a:xfrm>
            <a:off x="914400" y="42062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P/N-listan konfigureras i Config.ps1 (SampleReagentChecklistPNs) och kan enkelt utökas med fler P/N.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Före vs Efter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Öppna 3–5 filer manuellt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214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Kopiera data mellan Excel-blad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5054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Slå upp batch i SharePoint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895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Räkna avvikelser för hand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735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Fylla i utrustningslista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Kontrollera Sample Reagent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30–60 minuter per rapport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1F8E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IPTCompile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Ange LSP → filer hittas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1214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Data läses och mappas automatiskt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5054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SharePoint hämtas i bakgrunden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8895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Regelmotor kontrollerar allt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32735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Utrustning fylls i automatiskt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657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Sample Reagent flaggas vid behov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Under 3 minuter per rapport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Inbyggd felsäkerhet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35331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261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Varje steg har felhantering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15727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ett steg misslyckas fortsätter resten – ingen halvfärdig rapport.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21031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103120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176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Synliga varningar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91640" y="24871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problem loggas direkt i gränssnittet med tydliga ikoner.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0175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017520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182112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3090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Konsistenta resultat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91640" y="34015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Samma input ger alltid samma rapport – oavsett vem som kör verktyget.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31520" y="393192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931920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096512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0050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Konfigurerbar regelmotor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691640" y="43159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Regler uppdateras centralt i RuleBank – inga kodändringar behövs.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Sammanfattning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1828800" cy="36576"/>
          </a:xfrm>
          <a:prstGeom prst="rect">
            <a:avLst/>
          </a:prstGeom>
          <a:solidFill>
            <a:srgbClr val="E8833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194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Sparar 30+ minuter per rapport</a:t>
            </a:r>
            <a:endParaRPr lang="en-US" sz="1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036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Eliminerar manuella fel och personberoenden</a:t>
            </a:r>
            <a:endParaRPr lang="en-US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2044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Flaggar automatiskt saknad Sample Reagent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731520" y="4023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833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Redo för live-demo?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IPTCompile – Automatiserad IPT-rapportgenerering</dc:title>
  <dc:subject>PptxGenJS Presentation</dc:subject>
  <dc:creator>IPTCompile</dc:creator>
  <cp:lastModifiedBy>IPTCompile</cp:lastModifiedBy>
  <cp:revision>1</cp:revision>
  <dcterms:created xsi:type="dcterms:W3CDTF">2026-02-10T21:41:06Z</dcterms:created>
  <dcterms:modified xsi:type="dcterms:W3CDTF">2026-02-10T21:41:06Z</dcterms:modified>
</cp:coreProperties>
</file>